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MUWL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/>
              <a:t>Что такое </a:t>
            </a:r>
            <a:r>
              <a:rPr lang="en-US"/>
              <a:t>MUWL?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MUWL — </a:t>
            </a:r>
            <a:r>
              <a:rPr lang="ru-RU"/>
              <a:t>это мессенджер, работающий при белых списках</a:t>
            </a:r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</Words>
  <Application>WPS Presentation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User</dc:creator>
  <cp:lastModifiedBy>User</cp:lastModifiedBy>
  <cp:revision>3</cp:revision>
  <dcterms:created xsi:type="dcterms:W3CDTF">2025-07-23T00:59:00Z</dcterms:created>
  <dcterms:modified xsi:type="dcterms:W3CDTF">2026-05-05T10:01:21Z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FD84CF20D63A48C78D43154747BA8D44_11</vt:lpwstr>
  </property>
  <property fmtid="{D5CDD505-2E9C-101B-9397-08002B2CF9AE}" pid="3" name="KSOProductBuildVer">
    <vt:lpwstr>1033-12.1.0.25862</vt:lpwstr>
  </property>
</Properties>
</file>