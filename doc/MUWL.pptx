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2" r:id="rId6"/>
    <p:sldId id="263" r:id="rId7"/>
    <p:sldId id="264" r:id="rId8"/>
  </p:sldIdLst>
  <p:sldSz cx="11036300" cy="6496050"/>
  <p:notesSz cx="11036300" cy="64960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19626" y="1980311"/>
            <a:ext cx="9289098" cy="13415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39252" y="3577336"/>
            <a:ext cx="7649845" cy="1597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46417" y="1469263"/>
            <a:ext cx="4753832" cy="42161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628100" y="1469263"/>
            <a:ext cx="4753832" cy="42161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1024530" cy="649062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91504" y="191513"/>
            <a:ext cx="10553700" cy="6019800"/>
          </a:xfrm>
          <a:custGeom>
            <a:avLst/>
            <a:gdLst/>
            <a:ahLst/>
            <a:cxnLst/>
            <a:rect l="l" t="t" r="r" b="b"/>
            <a:pathLst>
              <a:path w="10553700" h="6019800">
                <a:moveTo>
                  <a:pt x="10553700" y="0"/>
                </a:moveTo>
                <a:lnTo>
                  <a:pt x="0" y="0"/>
                </a:lnTo>
                <a:lnTo>
                  <a:pt x="0" y="6019800"/>
                </a:lnTo>
                <a:lnTo>
                  <a:pt x="10553700" y="6019800"/>
                </a:lnTo>
                <a:lnTo>
                  <a:pt x="105537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6417" y="255524"/>
            <a:ext cx="9835515" cy="102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6417" y="1469263"/>
            <a:ext cx="9835515" cy="42161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715639" y="5940933"/>
            <a:ext cx="3497072" cy="319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46417" y="5940933"/>
            <a:ext cx="2513520" cy="319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868412" y="5940933"/>
            <a:ext cx="2513520" cy="319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3.svg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Изображение 9" descr="Minimalist - 3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96850" y="-180975"/>
            <a:ext cx="12077700" cy="7056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Изображение 8" descr="Minimalist - 2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0190" y="-288925"/>
            <a:ext cx="12767310" cy="75145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1024870" cy="6490970"/>
            <a:chOff x="0" y="0"/>
            <a:chExt cx="11024870" cy="6490970"/>
          </a:xfrm>
        </p:grpSpPr>
        <p:sp>
          <p:nvSpPr>
            <p:cNvPr id="3" name="object 3"/>
            <p:cNvSpPr/>
            <p:nvPr/>
          </p:nvSpPr>
          <p:spPr>
            <a:xfrm>
              <a:off x="191503" y="4473400"/>
              <a:ext cx="8546465" cy="17780"/>
            </a:xfrm>
            <a:custGeom>
              <a:avLst/>
              <a:gdLst/>
              <a:ahLst/>
              <a:cxnLst/>
              <a:rect l="l" t="t" r="r" b="b"/>
              <a:pathLst>
                <a:path w="8546465" h="17779">
                  <a:moveTo>
                    <a:pt x="8545855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17780"/>
                  </a:lnTo>
                  <a:lnTo>
                    <a:pt x="8545855" y="17780"/>
                  </a:lnTo>
                  <a:lnTo>
                    <a:pt x="8545855" y="8890"/>
                  </a:lnTo>
                  <a:lnTo>
                    <a:pt x="85458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643282" y="3292259"/>
              <a:ext cx="5368290" cy="795020"/>
            </a:xfrm>
            <a:custGeom>
              <a:avLst/>
              <a:gdLst/>
              <a:ahLst/>
              <a:cxnLst/>
              <a:rect l="l" t="t" r="r" b="b"/>
              <a:pathLst>
                <a:path w="5368290" h="795020">
                  <a:moveTo>
                    <a:pt x="253705" y="0"/>
                  </a:moveTo>
                  <a:lnTo>
                    <a:pt x="0" y="0"/>
                  </a:lnTo>
                  <a:lnTo>
                    <a:pt x="0" y="794498"/>
                  </a:lnTo>
                  <a:lnTo>
                    <a:pt x="168024" y="794498"/>
                  </a:lnTo>
                  <a:lnTo>
                    <a:pt x="168024" y="511861"/>
                  </a:lnTo>
                  <a:lnTo>
                    <a:pt x="240352" y="511861"/>
                  </a:lnTo>
                  <a:lnTo>
                    <a:pt x="282010" y="510540"/>
                  </a:lnTo>
                  <a:lnTo>
                    <a:pt x="320191" y="506576"/>
                  </a:lnTo>
                  <a:lnTo>
                    <a:pt x="386121" y="490719"/>
                  </a:lnTo>
                  <a:lnTo>
                    <a:pt x="439255" y="465682"/>
                  </a:lnTo>
                  <a:lnTo>
                    <a:pt x="480704" y="432857"/>
                  </a:lnTo>
                  <a:lnTo>
                    <a:pt x="512139" y="392798"/>
                  </a:lnTo>
                  <a:lnTo>
                    <a:pt x="522386" y="373881"/>
                  </a:lnTo>
                  <a:lnTo>
                    <a:pt x="168024" y="373881"/>
                  </a:lnTo>
                  <a:lnTo>
                    <a:pt x="168024" y="137980"/>
                  </a:lnTo>
                  <a:lnTo>
                    <a:pt x="527111" y="137980"/>
                  </a:lnTo>
                  <a:lnTo>
                    <a:pt x="508523" y="102720"/>
                  </a:lnTo>
                  <a:lnTo>
                    <a:pt x="477366" y="66764"/>
                  </a:lnTo>
                  <a:lnTo>
                    <a:pt x="445987" y="42729"/>
                  </a:lnTo>
                  <a:lnTo>
                    <a:pt x="407931" y="24035"/>
                  </a:lnTo>
                  <a:lnTo>
                    <a:pt x="363199" y="10682"/>
                  </a:lnTo>
                  <a:lnTo>
                    <a:pt x="311790" y="2670"/>
                  </a:lnTo>
                  <a:lnTo>
                    <a:pt x="253705" y="0"/>
                  </a:lnTo>
                  <a:close/>
                </a:path>
                <a:path w="5368290" h="795020">
                  <a:moveTo>
                    <a:pt x="527111" y="137980"/>
                  </a:moveTo>
                  <a:lnTo>
                    <a:pt x="244803" y="137980"/>
                  </a:lnTo>
                  <a:lnTo>
                    <a:pt x="277003" y="139788"/>
                  </a:lnTo>
                  <a:lnTo>
                    <a:pt x="304613" y="145212"/>
                  </a:lnTo>
                  <a:lnTo>
                    <a:pt x="346063" y="166911"/>
                  </a:lnTo>
                  <a:lnTo>
                    <a:pt x="370265" y="202519"/>
                  </a:lnTo>
                  <a:lnTo>
                    <a:pt x="378332" y="253705"/>
                  </a:lnTo>
                  <a:lnTo>
                    <a:pt x="377150" y="273873"/>
                  </a:lnTo>
                  <a:lnTo>
                    <a:pt x="359415" y="322695"/>
                  </a:lnTo>
                  <a:lnTo>
                    <a:pt x="322278" y="354617"/>
                  </a:lnTo>
                  <a:lnTo>
                    <a:pt x="268171" y="370821"/>
                  </a:lnTo>
                  <a:lnTo>
                    <a:pt x="223661" y="373881"/>
                  </a:lnTo>
                  <a:lnTo>
                    <a:pt x="522386" y="373881"/>
                  </a:lnTo>
                  <a:lnTo>
                    <a:pt x="539819" y="324086"/>
                  </a:lnTo>
                  <a:lnTo>
                    <a:pt x="547608" y="274012"/>
                  </a:lnTo>
                  <a:lnTo>
                    <a:pt x="548582" y="248141"/>
                  </a:lnTo>
                  <a:lnTo>
                    <a:pt x="544131" y="193408"/>
                  </a:lnTo>
                  <a:lnTo>
                    <a:pt x="530854" y="145212"/>
                  </a:lnTo>
                  <a:lnTo>
                    <a:pt x="530778" y="144934"/>
                  </a:lnTo>
                  <a:lnTo>
                    <a:pt x="527111" y="137980"/>
                  </a:lnTo>
                  <a:close/>
                </a:path>
                <a:path w="5368290" h="795020">
                  <a:moveTo>
                    <a:pt x="1156061" y="0"/>
                  </a:moveTo>
                  <a:lnTo>
                    <a:pt x="698724" y="0"/>
                  </a:lnTo>
                  <a:lnTo>
                    <a:pt x="698724" y="794498"/>
                  </a:lnTo>
                  <a:lnTo>
                    <a:pt x="1156061" y="794498"/>
                  </a:lnTo>
                  <a:lnTo>
                    <a:pt x="1156061" y="655405"/>
                  </a:lnTo>
                  <a:lnTo>
                    <a:pt x="866748" y="655405"/>
                  </a:lnTo>
                  <a:lnTo>
                    <a:pt x="866748" y="450660"/>
                  </a:lnTo>
                  <a:lnTo>
                    <a:pt x="1136032" y="450660"/>
                  </a:lnTo>
                  <a:lnTo>
                    <a:pt x="1136032" y="312680"/>
                  </a:lnTo>
                  <a:lnTo>
                    <a:pt x="866748" y="312680"/>
                  </a:lnTo>
                  <a:lnTo>
                    <a:pt x="866748" y="137980"/>
                  </a:lnTo>
                  <a:lnTo>
                    <a:pt x="1156061" y="137980"/>
                  </a:lnTo>
                  <a:lnTo>
                    <a:pt x="1156061" y="0"/>
                  </a:lnTo>
                  <a:close/>
                </a:path>
                <a:path w="5368290" h="795020">
                  <a:moveTo>
                    <a:pt x="1489406" y="0"/>
                  </a:moveTo>
                  <a:lnTo>
                    <a:pt x="1321382" y="0"/>
                  </a:lnTo>
                  <a:lnTo>
                    <a:pt x="1321382" y="794498"/>
                  </a:lnTo>
                  <a:lnTo>
                    <a:pt x="2320625" y="794498"/>
                  </a:lnTo>
                  <a:lnTo>
                    <a:pt x="2320625" y="654292"/>
                  </a:lnTo>
                  <a:lnTo>
                    <a:pt x="1489406" y="654292"/>
                  </a:lnTo>
                  <a:lnTo>
                    <a:pt x="1489406" y="0"/>
                  </a:lnTo>
                  <a:close/>
                </a:path>
                <a:path w="5368290" h="795020">
                  <a:moveTo>
                    <a:pt x="1905572" y="0"/>
                  </a:moveTo>
                  <a:lnTo>
                    <a:pt x="1736435" y="0"/>
                  </a:lnTo>
                  <a:lnTo>
                    <a:pt x="1736435" y="654292"/>
                  </a:lnTo>
                  <a:lnTo>
                    <a:pt x="1905572" y="654292"/>
                  </a:lnTo>
                  <a:lnTo>
                    <a:pt x="1905572" y="0"/>
                  </a:lnTo>
                  <a:close/>
                </a:path>
                <a:path w="5368290" h="795020">
                  <a:moveTo>
                    <a:pt x="2320625" y="0"/>
                  </a:moveTo>
                  <a:lnTo>
                    <a:pt x="2152601" y="0"/>
                  </a:lnTo>
                  <a:lnTo>
                    <a:pt x="2152601" y="654292"/>
                  </a:lnTo>
                  <a:lnTo>
                    <a:pt x="2320625" y="654292"/>
                  </a:lnTo>
                  <a:lnTo>
                    <a:pt x="2320625" y="0"/>
                  </a:lnTo>
                  <a:close/>
                </a:path>
                <a:path w="5368290" h="795020">
                  <a:moveTo>
                    <a:pt x="2978395" y="0"/>
                  </a:moveTo>
                  <a:lnTo>
                    <a:pt x="2521058" y="0"/>
                  </a:lnTo>
                  <a:lnTo>
                    <a:pt x="2521058" y="794498"/>
                  </a:lnTo>
                  <a:lnTo>
                    <a:pt x="2978395" y="794498"/>
                  </a:lnTo>
                  <a:lnTo>
                    <a:pt x="2978395" y="655405"/>
                  </a:lnTo>
                  <a:lnTo>
                    <a:pt x="2689082" y="655405"/>
                  </a:lnTo>
                  <a:lnTo>
                    <a:pt x="2689082" y="450660"/>
                  </a:lnTo>
                  <a:lnTo>
                    <a:pt x="2958366" y="450660"/>
                  </a:lnTo>
                  <a:lnTo>
                    <a:pt x="2958366" y="312680"/>
                  </a:lnTo>
                  <a:lnTo>
                    <a:pt x="2689082" y="312680"/>
                  </a:lnTo>
                  <a:lnTo>
                    <a:pt x="2689082" y="137980"/>
                  </a:lnTo>
                  <a:lnTo>
                    <a:pt x="2978395" y="137980"/>
                  </a:lnTo>
                  <a:lnTo>
                    <a:pt x="2978395" y="0"/>
                  </a:lnTo>
                  <a:close/>
                </a:path>
                <a:path w="5368290" h="795020">
                  <a:moveTo>
                    <a:pt x="3311740" y="0"/>
                  </a:moveTo>
                  <a:lnTo>
                    <a:pt x="3143715" y="0"/>
                  </a:lnTo>
                  <a:lnTo>
                    <a:pt x="3143715" y="794498"/>
                  </a:lnTo>
                  <a:lnTo>
                    <a:pt x="3311740" y="794498"/>
                  </a:lnTo>
                  <a:lnTo>
                    <a:pt x="3311740" y="451773"/>
                  </a:lnTo>
                  <a:lnTo>
                    <a:pt x="3794670" y="451773"/>
                  </a:lnTo>
                  <a:lnTo>
                    <a:pt x="3794670" y="311568"/>
                  </a:lnTo>
                  <a:lnTo>
                    <a:pt x="3311740" y="311568"/>
                  </a:lnTo>
                  <a:lnTo>
                    <a:pt x="3311740" y="0"/>
                  </a:lnTo>
                  <a:close/>
                </a:path>
                <a:path w="5368290" h="795020">
                  <a:moveTo>
                    <a:pt x="3794670" y="451773"/>
                  </a:moveTo>
                  <a:lnTo>
                    <a:pt x="3626646" y="451773"/>
                  </a:lnTo>
                  <a:lnTo>
                    <a:pt x="3626646" y="794498"/>
                  </a:lnTo>
                  <a:lnTo>
                    <a:pt x="3794670" y="794498"/>
                  </a:lnTo>
                  <a:lnTo>
                    <a:pt x="3794670" y="451773"/>
                  </a:lnTo>
                  <a:close/>
                </a:path>
                <a:path w="5368290" h="795020">
                  <a:moveTo>
                    <a:pt x="3794670" y="0"/>
                  </a:moveTo>
                  <a:lnTo>
                    <a:pt x="3626646" y="0"/>
                  </a:lnTo>
                  <a:lnTo>
                    <a:pt x="3626646" y="311568"/>
                  </a:lnTo>
                  <a:lnTo>
                    <a:pt x="3794670" y="311568"/>
                  </a:lnTo>
                  <a:lnTo>
                    <a:pt x="3794670" y="0"/>
                  </a:lnTo>
                  <a:close/>
                </a:path>
                <a:path w="5368290" h="795020">
                  <a:moveTo>
                    <a:pt x="4145905" y="0"/>
                  </a:moveTo>
                  <a:lnTo>
                    <a:pt x="3994572" y="0"/>
                  </a:lnTo>
                  <a:lnTo>
                    <a:pt x="3994572" y="794498"/>
                  </a:lnTo>
                  <a:lnTo>
                    <a:pt x="4197091" y="794498"/>
                  </a:lnTo>
                  <a:lnTo>
                    <a:pt x="4312906" y="603106"/>
                  </a:lnTo>
                  <a:lnTo>
                    <a:pt x="4138116" y="603106"/>
                  </a:lnTo>
                  <a:lnTo>
                    <a:pt x="4138672" y="597751"/>
                  </a:lnTo>
                  <a:lnTo>
                    <a:pt x="4140898" y="558110"/>
                  </a:lnTo>
                  <a:lnTo>
                    <a:pt x="4142567" y="514087"/>
                  </a:lnTo>
                  <a:lnTo>
                    <a:pt x="4144793" y="446209"/>
                  </a:lnTo>
                  <a:lnTo>
                    <a:pt x="4145836" y="398222"/>
                  </a:lnTo>
                  <a:lnTo>
                    <a:pt x="4145905" y="0"/>
                  </a:lnTo>
                  <a:close/>
                </a:path>
                <a:path w="5368290" h="795020">
                  <a:moveTo>
                    <a:pt x="4710066" y="185828"/>
                  </a:moveTo>
                  <a:lnTo>
                    <a:pt x="4569861" y="185828"/>
                  </a:lnTo>
                  <a:lnTo>
                    <a:pt x="4569234" y="190835"/>
                  </a:lnTo>
                  <a:lnTo>
                    <a:pt x="4568469" y="198068"/>
                  </a:lnTo>
                  <a:lnTo>
                    <a:pt x="4567565" y="207526"/>
                  </a:lnTo>
                  <a:lnTo>
                    <a:pt x="4566522" y="219210"/>
                  </a:lnTo>
                  <a:lnTo>
                    <a:pt x="4565896" y="232006"/>
                  </a:lnTo>
                  <a:lnTo>
                    <a:pt x="4565131" y="245916"/>
                  </a:lnTo>
                  <a:lnTo>
                    <a:pt x="4564227" y="260938"/>
                  </a:lnTo>
                  <a:lnTo>
                    <a:pt x="4563184" y="277073"/>
                  </a:lnTo>
                  <a:lnTo>
                    <a:pt x="4562071" y="311289"/>
                  </a:lnTo>
                  <a:lnTo>
                    <a:pt x="4560472" y="364631"/>
                  </a:lnTo>
                  <a:lnTo>
                    <a:pt x="4559846" y="794498"/>
                  </a:lnTo>
                  <a:lnTo>
                    <a:pt x="4710066" y="794498"/>
                  </a:lnTo>
                  <a:lnTo>
                    <a:pt x="4710066" y="185828"/>
                  </a:lnTo>
                  <a:close/>
                </a:path>
                <a:path w="5368290" h="795020">
                  <a:moveTo>
                    <a:pt x="4710066" y="0"/>
                  </a:moveTo>
                  <a:lnTo>
                    <a:pt x="4508660" y="0"/>
                  </a:lnTo>
                  <a:lnTo>
                    <a:pt x="4141455" y="603106"/>
                  </a:lnTo>
                  <a:lnTo>
                    <a:pt x="4312906" y="603106"/>
                  </a:lnTo>
                  <a:lnTo>
                    <a:pt x="4565409" y="185828"/>
                  </a:lnTo>
                  <a:lnTo>
                    <a:pt x="4710066" y="185828"/>
                  </a:lnTo>
                  <a:lnTo>
                    <a:pt x="4710066" y="0"/>
                  </a:lnTo>
                  <a:close/>
                </a:path>
                <a:path w="5368290" h="795020">
                  <a:moveTo>
                    <a:pt x="5367967" y="0"/>
                  </a:moveTo>
                  <a:lnTo>
                    <a:pt x="4910629" y="0"/>
                  </a:lnTo>
                  <a:lnTo>
                    <a:pt x="4910629" y="794498"/>
                  </a:lnTo>
                  <a:lnTo>
                    <a:pt x="5367967" y="794498"/>
                  </a:lnTo>
                  <a:lnTo>
                    <a:pt x="5367967" y="655405"/>
                  </a:lnTo>
                  <a:lnTo>
                    <a:pt x="5078654" y="655405"/>
                  </a:lnTo>
                  <a:lnTo>
                    <a:pt x="5078654" y="450660"/>
                  </a:lnTo>
                  <a:lnTo>
                    <a:pt x="5347937" y="450660"/>
                  </a:lnTo>
                  <a:lnTo>
                    <a:pt x="5347937" y="312680"/>
                  </a:lnTo>
                  <a:lnTo>
                    <a:pt x="5078654" y="312680"/>
                  </a:lnTo>
                  <a:lnTo>
                    <a:pt x="5078654" y="137980"/>
                  </a:lnTo>
                  <a:lnTo>
                    <a:pt x="5367967" y="137980"/>
                  </a:lnTo>
                  <a:lnTo>
                    <a:pt x="5367967" y="0"/>
                  </a:lnTo>
                  <a:close/>
                </a:path>
              </a:pathLst>
            </a:custGeom>
            <a:solidFill>
              <a:srgbClr val="CADD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531167" y="256"/>
              <a:ext cx="4126865" cy="2686685"/>
            </a:xfrm>
            <a:custGeom>
              <a:avLst/>
              <a:gdLst/>
              <a:ahLst/>
              <a:cxnLst/>
              <a:rect l="l" t="t" r="r" b="b"/>
              <a:pathLst>
                <a:path w="4126865" h="2686685">
                  <a:moveTo>
                    <a:pt x="4126750" y="1725523"/>
                  </a:moveTo>
                  <a:lnTo>
                    <a:pt x="4122051" y="1676781"/>
                  </a:lnTo>
                  <a:lnTo>
                    <a:pt x="4110355" y="1624571"/>
                  </a:lnTo>
                  <a:lnTo>
                    <a:pt x="4092511" y="1567929"/>
                  </a:lnTo>
                  <a:lnTo>
                    <a:pt x="4068089" y="1508099"/>
                  </a:lnTo>
                  <a:lnTo>
                    <a:pt x="4037292" y="1445247"/>
                  </a:lnTo>
                  <a:lnTo>
                    <a:pt x="4000335" y="1379512"/>
                  </a:lnTo>
                  <a:lnTo>
                    <a:pt x="3979532" y="1345755"/>
                  </a:lnTo>
                  <a:lnTo>
                    <a:pt x="3957421" y="1311059"/>
                  </a:lnTo>
                  <a:lnTo>
                    <a:pt x="3934053" y="1275448"/>
                  </a:lnTo>
                  <a:lnTo>
                    <a:pt x="3908780" y="1240028"/>
                  </a:lnTo>
                  <a:lnTo>
                    <a:pt x="3882961" y="1202651"/>
                  </a:lnTo>
                  <a:lnTo>
                    <a:pt x="3854615" y="1166583"/>
                  </a:lnTo>
                  <a:lnTo>
                    <a:pt x="3825773" y="1128585"/>
                  </a:lnTo>
                  <a:lnTo>
                    <a:pt x="3763391" y="1052347"/>
                  </a:lnTo>
                  <a:lnTo>
                    <a:pt x="3696665" y="972985"/>
                  </a:lnTo>
                  <a:lnTo>
                    <a:pt x="3661092" y="933259"/>
                  </a:lnTo>
                  <a:lnTo>
                    <a:pt x="3623843" y="893902"/>
                  </a:lnTo>
                  <a:lnTo>
                    <a:pt x="3586289" y="852754"/>
                  </a:lnTo>
                  <a:lnTo>
                    <a:pt x="3507016" y="770597"/>
                  </a:lnTo>
                  <a:lnTo>
                    <a:pt x="3379457" y="645820"/>
                  </a:lnTo>
                  <a:lnTo>
                    <a:pt x="3288969" y="561835"/>
                  </a:lnTo>
                  <a:lnTo>
                    <a:pt x="3145574" y="435013"/>
                  </a:lnTo>
                  <a:lnTo>
                    <a:pt x="2994025" y="307022"/>
                  </a:lnTo>
                  <a:lnTo>
                    <a:pt x="2941599" y="264541"/>
                  </a:lnTo>
                  <a:lnTo>
                    <a:pt x="2778976" y="137934"/>
                  </a:lnTo>
                  <a:lnTo>
                    <a:pt x="2666695" y="53873"/>
                  </a:lnTo>
                  <a:lnTo>
                    <a:pt x="2609202" y="12433"/>
                  </a:lnTo>
                  <a:lnTo>
                    <a:pt x="2561933" y="254"/>
                  </a:lnTo>
                  <a:lnTo>
                    <a:pt x="2599944" y="27647"/>
                  </a:lnTo>
                  <a:lnTo>
                    <a:pt x="2648089" y="62357"/>
                  </a:lnTo>
                  <a:lnTo>
                    <a:pt x="2695270" y="97929"/>
                  </a:lnTo>
                  <a:lnTo>
                    <a:pt x="2742781" y="132181"/>
                  </a:lnTo>
                  <a:lnTo>
                    <a:pt x="2788628" y="168351"/>
                  </a:lnTo>
                  <a:lnTo>
                    <a:pt x="2834767" y="203174"/>
                  </a:lnTo>
                  <a:lnTo>
                    <a:pt x="2968891" y="309232"/>
                  </a:lnTo>
                  <a:lnTo>
                    <a:pt x="3054896" y="380606"/>
                  </a:lnTo>
                  <a:lnTo>
                    <a:pt x="3096564" y="416890"/>
                  </a:lnTo>
                  <a:lnTo>
                    <a:pt x="3138424" y="451751"/>
                  </a:lnTo>
                  <a:lnTo>
                    <a:pt x="3219348" y="522592"/>
                  </a:lnTo>
                  <a:lnTo>
                    <a:pt x="3409035" y="698411"/>
                  </a:lnTo>
                  <a:lnTo>
                    <a:pt x="3479520" y="767994"/>
                  </a:lnTo>
                  <a:lnTo>
                    <a:pt x="3513175" y="803198"/>
                  </a:lnTo>
                  <a:lnTo>
                    <a:pt x="3546856" y="836853"/>
                  </a:lnTo>
                  <a:lnTo>
                    <a:pt x="3641890" y="938187"/>
                  </a:lnTo>
                  <a:lnTo>
                    <a:pt x="3700424" y="1005408"/>
                  </a:lnTo>
                  <a:lnTo>
                    <a:pt x="3782682" y="1102220"/>
                  </a:lnTo>
                  <a:lnTo>
                    <a:pt x="3858793" y="1199311"/>
                  </a:lnTo>
                  <a:lnTo>
                    <a:pt x="3892829" y="1247292"/>
                  </a:lnTo>
                  <a:lnTo>
                    <a:pt x="3924770" y="1293774"/>
                  </a:lnTo>
                  <a:lnTo>
                    <a:pt x="3954564" y="1338707"/>
                  </a:lnTo>
                  <a:lnTo>
                    <a:pt x="3982161" y="1382052"/>
                  </a:lnTo>
                  <a:lnTo>
                    <a:pt x="4006850" y="1424863"/>
                  </a:lnTo>
                  <a:lnTo>
                    <a:pt x="4048582" y="1506550"/>
                  </a:lnTo>
                  <a:lnTo>
                    <a:pt x="4065524" y="1545336"/>
                  </a:lnTo>
                  <a:lnTo>
                    <a:pt x="4087812" y="1606753"/>
                  </a:lnTo>
                  <a:lnTo>
                    <a:pt x="4101896" y="1663827"/>
                  </a:lnTo>
                  <a:lnTo>
                    <a:pt x="4109123" y="1714385"/>
                  </a:lnTo>
                  <a:lnTo>
                    <a:pt x="4108145" y="1760588"/>
                  </a:lnTo>
                  <a:lnTo>
                    <a:pt x="4099623" y="1801355"/>
                  </a:lnTo>
                  <a:lnTo>
                    <a:pt x="4083545" y="1836686"/>
                  </a:lnTo>
                  <a:lnTo>
                    <a:pt x="4028757" y="1891004"/>
                  </a:lnTo>
                  <a:lnTo>
                    <a:pt x="3990035" y="1910016"/>
                  </a:lnTo>
                  <a:lnTo>
                    <a:pt x="3943781" y="1923592"/>
                  </a:lnTo>
                  <a:lnTo>
                    <a:pt x="3890657" y="1930641"/>
                  </a:lnTo>
                  <a:lnTo>
                    <a:pt x="3830002" y="1932266"/>
                  </a:lnTo>
                  <a:lnTo>
                    <a:pt x="3813937" y="1931517"/>
                  </a:lnTo>
                  <a:lnTo>
                    <a:pt x="3812502" y="1927999"/>
                  </a:lnTo>
                  <a:lnTo>
                    <a:pt x="3797808" y="1897075"/>
                  </a:lnTo>
                  <a:lnTo>
                    <a:pt x="3764229" y="1832216"/>
                  </a:lnTo>
                  <a:lnTo>
                    <a:pt x="3744747" y="1799412"/>
                  </a:lnTo>
                  <a:lnTo>
                    <a:pt x="3723944" y="1765642"/>
                  </a:lnTo>
                  <a:lnTo>
                    <a:pt x="3701834" y="1730959"/>
                  </a:lnTo>
                  <a:lnTo>
                    <a:pt x="3678466" y="1695348"/>
                  </a:lnTo>
                  <a:lnTo>
                    <a:pt x="3653193" y="1659928"/>
                  </a:lnTo>
                  <a:lnTo>
                    <a:pt x="3627374" y="1622539"/>
                  </a:lnTo>
                  <a:lnTo>
                    <a:pt x="3599027" y="1586484"/>
                  </a:lnTo>
                  <a:lnTo>
                    <a:pt x="3570186" y="1548485"/>
                  </a:lnTo>
                  <a:lnTo>
                    <a:pt x="3507803" y="1472247"/>
                  </a:lnTo>
                  <a:lnTo>
                    <a:pt x="3441077" y="1392885"/>
                  </a:lnTo>
                  <a:lnTo>
                    <a:pt x="3405505" y="1353159"/>
                  </a:lnTo>
                  <a:lnTo>
                    <a:pt x="3368256" y="1313802"/>
                  </a:lnTo>
                  <a:lnTo>
                    <a:pt x="3330702" y="1272654"/>
                  </a:lnTo>
                  <a:lnTo>
                    <a:pt x="3251428" y="1190498"/>
                  </a:lnTo>
                  <a:lnTo>
                    <a:pt x="3123869" y="1065720"/>
                  </a:lnTo>
                  <a:lnTo>
                    <a:pt x="3033382" y="981735"/>
                  </a:lnTo>
                  <a:lnTo>
                    <a:pt x="2889986" y="854913"/>
                  </a:lnTo>
                  <a:lnTo>
                    <a:pt x="2738437" y="726909"/>
                  </a:lnTo>
                  <a:lnTo>
                    <a:pt x="2686012" y="684441"/>
                  </a:lnTo>
                  <a:lnTo>
                    <a:pt x="2523388" y="557834"/>
                  </a:lnTo>
                  <a:lnTo>
                    <a:pt x="2411107" y="473773"/>
                  </a:lnTo>
                  <a:lnTo>
                    <a:pt x="2353614" y="432333"/>
                  </a:lnTo>
                  <a:lnTo>
                    <a:pt x="2295004" y="390093"/>
                  </a:lnTo>
                  <a:lnTo>
                    <a:pt x="2177885" y="308800"/>
                  </a:lnTo>
                  <a:lnTo>
                    <a:pt x="2061527" y="231178"/>
                  </a:lnTo>
                  <a:lnTo>
                    <a:pt x="1889404" y="121183"/>
                  </a:lnTo>
                  <a:lnTo>
                    <a:pt x="1832660" y="86537"/>
                  </a:lnTo>
                  <a:lnTo>
                    <a:pt x="1684756" y="254"/>
                  </a:lnTo>
                  <a:lnTo>
                    <a:pt x="1648269" y="546"/>
                  </a:lnTo>
                  <a:lnTo>
                    <a:pt x="1683931" y="19989"/>
                  </a:lnTo>
                  <a:lnTo>
                    <a:pt x="1775434" y="73444"/>
                  </a:lnTo>
                  <a:lnTo>
                    <a:pt x="1821268" y="101777"/>
                  </a:lnTo>
                  <a:lnTo>
                    <a:pt x="1868220" y="129374"/>
                  </a:lnTo>
                  <a:lnTo>
                    <a:pt x="1962162" y="187706"/>
                  </a:lnTo>
                  <a:lnTo>
                    <a:pt x="2104237" y="280720"/>
                  </a:lnTo>
                  <a:lnTo>
                    <a:pt x="2151697" y="313372"/>
                  </a:lnTo>
                  <a:lnTo>
                    <a:pt x="2200186" y="345198"/>
                  </a:lnTo>
                  <a:lnTo>
                    <a:pt x="2247696" y="379437"/>
                  </a:lnTo>
                  <a:lnTo>
                    <a:pt x="2296198" y="412838"/>
                  </a:lnTo>
                  <a:lnTo>
                    <a:pt x="2344356" y="447548"/>
                  </a:lnTo>
                  <a:lnTo>
                    <a:pt x="2392515" y="482257"/>
                  </a:lnTo>
                  <a:lnTo>
                    <a:pt x="2439682" y="517829"/>
                  </a:lnTo>
                  <a:lnTo>
                    <a:pt x="2487193" y="552069"/>
                  </a:lnTo>
                  <a:lnTo>
                    <a:pt x="2533040" y="588251"/>
                  </a:lnTo>
                  <a:lnTo>
                    <a:pt x="2579179" y="623074"/>
                  </a:lnTo>
                  <a:lnTo>
                    <a:pt x="2713304" y="729132"/>
                  </a:lnTo>
                  <a:lnTo>
                    <a:pt x="2799308" y="800506"/>
                  </a:lnTo>
                  <a:lnTo>
                    <a:pt x="2840977" y="836790"/>
                  </a:lnTo>
                  <a:lnTo>
                    <a:pt x="2882836" y="871651"/>
                  </a:lnTo>
                  <a:lnTo>
                    <a:pt x="2963761" y="942492"/>
                  </a:lnTo>
                  <a:lnTo>
                    <a:pt x="3153448" y="1118311"/>
                  </a:lnTo>
                  <a:lnTo>
                    <a:pt x="3223933" y="1187881"/>
                  </a:lnTo>
                  <a:lnTo>
                    <a:pt x="3257588" y="1223086"/>
                  </a:lnTo>
                  <a:lnTo>
                    <a:pt x="3291268" y="1256753"/>
                  </a:lnTo>
                  <a:lnTo>
                    <a:pt x="3386302" y="1358087"/>
                  </a:lnTo>
                  <a:lnTo>
                    <a:pt x="3444837" y="1425308"/>
                  </a:lnTo>
                  <a:lnTo>
                    <a:pt x="3527094" y="1522120"/>
                  </a:lnTo>
                  <a:lnTo>
                    <a:pt x="3603206" y="1619199"/>
                  </a:lnTo>
                  <a:lnTo>
                    <a:pt x="3637242" y="1667192"/>
                  </a:lnTo>
                  <a:lnTo>
                    <a:pt x="3669182" y="1713674"/>
                  </a:lnTo>
                  <a:lnTo>
                    <a:pt x="3698976" y="1758607"/>
                  </a:lnTo>
                  <a:lnTo>
                    <a:pt x="3726573" y="1801952"/>
                  </a:lnTo>
                  <a:lnTo>
                    <a:pt x="3751262" y="1844763"/>
                  </a:lnTo>
                  <a:lnTo>
                    <a:pt x="3792994" y="1926450"/>
                  </a:lnTo>
                  <a:lnTo>
                    <a:pt x="3794810" y="1930628"/>
                  </a:lnTo>
                  <a:lnTo>
                    <a:pt x="3790569" y="1930425"/>
                  </a:lnTo>
                  <a:lnTo>
                    <a:pt x="3748722" y="1926844"/>
                  </a:lnTo>
                  <a:lnTo>
                    <a:pt x="3705174" y="1920481"/>
                  </a:lnTo>
                  <a:lnTo>
                    <a:pt x="3659314" y="1912442"/>
                  </a:lnTo>
                  <a:lnTo>
                    <a:pt x="3611207" y="1902790"/>
                  </a:lnTo>
                  <a:lnTo>
                    <a:pt x="3561575" y="1890458"/>
                  </a:lnTo>
                  <a:lnTo>
                    <a:pt x="3509784" y="1876590"/>
                  </a:lnTo>
                  <a:lnTo>
                    <a:pt x="3456559" y="1860118"/>
                  </a:lnTo>
                  <a:lnTo>
                    <a:pt x="3401301" y="1842185"/>
                  </a:lnTo>
                  <a:lnTo>
                    <a:pt x="3344722" y="1821738"/>
                  </a:lnTo>
                  <a:lnTo>
                    <a:pt x="3344240" y="1821573"/>
                  </a:lnTo>
                  <a:lnTo>
                    <a:pt x="3316097" y="1787169"/>
                  </a:lnTo>
                  <a:lnTo>
                    <a:pt x="3312947" y="1783422"/>
                  </a:lnTo>
                  <a:lnTo>
                    <a:pt x="3312947" y="1810626"/>
                  </a:lnTo>
                  <a:lnTo>
                    <a:pt x="3306826" y="1808480"/>
                  </a:lnTo>
                  <a:lnTo>
                    <a:pt x="3190557" y="1762213"/>
                  </a:lnTo>
                  <a:lnTo>
                    <a:pt x="2985909" y="1669427"/>
                  </a:lnTo>
                  <a:lnTo>
                    <a:pt x="2813189" y="1582470"/>
                  </a:lnTo>
                  <a:lnTo>
                    <a:pt x="2679509" y="1509560"/>
                  </a:lnTo>
                  <a:lnTo>
                    <a:pt x="2496528" y="1402689"/>
                  </a:lnTo>
                  <a:lnTo>
                    <a:pt x="2356281" y="1315669"/>
                  </a:lnTo>
                  <a:lnTo>
                    <a:pt x="2309330" y="1284960"/>
                  </a:lnTo>
                  <a:lnTo>
                    <a:pt x="2261311" y="1255039"/>
                  </a:lnTo>
                  <a:lnTo>
                    <a:pt x="2214219" y="1222654"/>
                  </a:lnTo>
                  <a:lnTo>
                    <a:pt x="2166086" y="1191094"/>
                  </a:lnTo>
                  <a:lnTo>
                    <a:pt x="2070087" y="1125029"/>
                  </a:lnTo>
                  <a:lnTo>
                    <a:pt x="1974100" y="1055827"/>
                  </a:lnTo>
                  <a:lnTo>
                    <a:pt x="1878101" y="986637"/>
                  </a:lnTo>
                  <a:lnTo>
                    <a:pt x="1784743" y="916216"/>
                  </a:lnTo>
                  <a:lnTo>
                    <a:pt x="1739265" y="880313"/>
                  </a:lnTo>
                  <a:lnTo>
                    <a:pt x="1693494" y="845756"/>
                  </a:lnTo>
                  <a:lnTo>
                    <a:pt x="1649450" y="809307"/>
                  </a:lnTo>
                  <a:lnTo>
                    <a:pt x="1605140" y="774255"/>
                  </a:lnTo>
                  <a:lnTo>
                    <a:pt x="1476806" y="667677"/>
                  </a:lnTo>
                  <a:lnTo>
                    <a:pt x="1314996" y="526021"/>
                  </a:lnTo>
                  <a:lnTo>
                    <a:pt x="1201153" y="420509"/>
                  </a:lnTo>
                  <a:lnTo>
                    <a:pt x="1060196" y="281368"/>
                  </a:lnTo>
                  <a:lnTo>
                    <a:pt x="901852" y="112509"/>
                  </a:lnTo>
                  <a:lnTo>
                    <a:pt x="817346" y="14071"/>
                  </a:lnTo>
                  <a:lnTo>
                    <a:pt x="813358" y="8864"/>
                  </a:lnTo>
                  <a:lnTo>
                    <a:pt x="896035" y="41211"/>
                  </a:lnTo>
                  <a:lnTo>
                    <a:pt x="975741" y="73647"/>
                  </a:lnTo>
                  <a:lnTo>
                    <a:pt x="1098562" y="129336"/>
                  </a:lnTo>
                  <a:lnTo>
                    <a:pt x="1140180" y="149948"/>
                  </a:lnTo>
                  <a:lnTo>
                    <a:pt x="1183093" y="169938"/>
                  </a:lnTo>
                  <a:lnTo>
                    <a:pt x="1269466" y="213436"/>
                  </a:lnTo>
                  <a:lnTo>
                    <a:pt x="1492224" y="334911"/>
                  </a:lnTo>
                  <a:lnTo>
                    <a:pt x="1583728" y="388353"/>
                  </a:lnTo>
                  <a:lnTo>
                    <a:pt x="1629562" y="416699"/>
                  </a:lnTo>
                  <a:lnTo>
                    <a:pt x="1676527" y="444296"/>
                  </a:lnTo>
                  <a:lnTo>
                    <a:pt x="1770468" y="502627"/>
                  </a:lnTo>
                  <a:lnTo>
                    <a:pt x="1912531" y="595642"/>
                  </a:lnTo>
                  <a:lnTo>
                    <a:pt x="1959991" y="628294"/>
                  </a:lnTo>
                  <a:lnTo>
                    <a:pt x="2008479" y="660120"/>
                  </a:lnTo>
                  <a:lnTo>
                    <a:pt x="2055990" y="694359"/>
                  </a:lnTo>
                  <a:lnTo>
                    <a:pt x="2104491" y="727760"/>
                  </a:lnTo>
                  <a:lnTo>
                    <a:pt x="2152650" y="762469"/>
                  </a:lnTo>
                  <a:lnTo>
                    <a:pt x="2200808" y="797179"/>
                  </a:lnTo>
                  <a:lnTo>
                    <a:pt x="2247989" y="832751"/>
                  </a:lnTo>
                  <a:lnTo>
                    <a:pt x="2295499" y="866990"/>
                  </a:lnTo>
                  <a:lnTo>
                    <a:pt x="2341334" y="903160"/>
                  </a:lnTo>
                  <a:lnTo>
                    <a:pt x="2387485" y="937983"/>
                  </a:lnTo>
                  <a:lnTo>
                    <a:pt x="2521610" y="1044054"/>
                  </a:lnTo>
                  <a:lnTo>
                    <a:pt x="2607614" y="1115428"/>
                  </a:lnTo>
                  <a:lnTo>
                    <a:pt x="2649283" y="1151712"/>
                  </a:lnTo>
                  <a:lnTo>
                    <a:pt x="2691142" y="1186573"/>
                  </a:lnTo>
                  <a:lnTo>
                    <a:pt x="2772054" y="1257414"/>
                  </a:lnTo>
                  <a:lnTo>
                    <a:pt x="2961741" y="1433233"/>
                  </a:lnTo>
                  <a:lnTo>
                    <a:pt x="3032239" y="1502803"/>
                  </a:lnTo>
                  <a:lnTo>
                    <a:pt x="3065894" y="1538008"/>
                  </a:lnTo>
                  <a:lnTo>
                    <a:pt x="3099562" y="1571663"/>
                  </a:lnTo>
                  <a:lnTo>
                    <a:pt x="3194596" y="1673009"/>
                  </a:lnTo>
                  <a:lnTo>
                    <a:pt x="3253143" y="1740217"/>
                  </a:lnTo>
                  <a:lnTo>
                    <a:pt x="3312947" y="1810626"/>
                  </a:lnTo>
                  <a:lnTo>
                    <a:pt x="3312947" y="1783422"/>
                  </a:lnTo>
                  <a:lnTo>
                    <a:pt x="3249384" y="1707794"/>
                  </a:lnTo>
                  <a:lnTo>
                    <a:pt x="3213798" y="1668081"/>
                  </a:lnTo>
                  <a:lnTo>
                    <a:pt x="3176549" y="1628724"/>
                  </a:lnTo>
                  <a:lnTo>
                    <a:pt x="3138995" y="1587576"/>
                  </a:lnTo>
                  <a:lnTo>
                    <a:pt x="3059722" y="1505419"/>
                  </a:lnTo>
                  <a:lnTo>
                    <a:pt x="2932176" y="1380642"/>
                  </a:lnTo>
                  <a:lnTo>
                    <a:pt x="2841675" y="1296644"/>
                  </a:lnTo>
                  <a:lnTo>
                    <a:pt x="2698280" y="1169835"/>
                  </a:lnTo>
                  <a:lnTo>
                    <a:pt x="2546743" y="1041831"/>
                  </a:lnTo>
                  <a:lnTo>
                    <a:pt x="2494318" y="999350"/>
                  </a:lnTo>
                  <a:lnTo>
                    <a:pt x="2331682" y="872756"/>
                  </a:lnTo>
                  <a:lnTo>
                    <a:pt x="2219401" y="788682"/>
                  </a:lnTo>
                  <a:lnTo>
                    <a:pt x="2161908" y="747255"/>
                  </a:lnTo>
                  <a:lnTo>
                    <a:pt x="2103310" y="705002"/>
                  </a:lnTo>
                  <a:lnTo>
                    <a:pt x="1986178" y="623709"/>
                  </a:lnTo>
                  <a:lnTo>
                    <a:pt x="1869821" y="546100"/>
                  </a:lnTo>
                  <a:lnTo>
                    <a:pt x="1697697" y="436105"/>
                  </a:lnTo>
                  <a:lnTo>
                    <a:pt x="1640954" y="401459"/>
                  </a:lnTo>
                  <a:lnTo>
                    <a:pt x="1472971" y="303834"/>
                  </a:lnTo>
                  <a:lnTo>
                    <a:pt x="1309966" y="214490"/>
                  </a:lnTo>
                  <a:lnTo>
                    <a:pt x="1204226" y="160159"/>
                  </a:lnTo>
                  <a:lnTo>
                    <a:pt x="1050556" y="86918"/>
                  </a:lnTo>
                  <a:lnTo>
                    <a:pt x="951738" y="43840"/>
                  </a:lnTo>
                  <a:lnTo>
                    <a:pt x="903236" y="24511"/>
                  </a:lnTo>
                  <a:lnTo>
                    <a:pt x="856475" y="4876"/>
                  </a:lnTo>
                  <a:lnTo>
                    <a:pt x="843191" y="0"/>
                  </a:lnTo>
                  <a:lnTo>
                    <a:pt x="806754" y="254"/>
                  </a:lnTo>
                  <a:lnTo>
                    <a:pt x="806678" y="127"/>
                  </a:lnTo>
                  <a:lnTo>
                    <a:pt x="801446" y="279"/>
                  </a:lnTo>
                  <a:lnTo>
                    <a:pt x="791591" y="342"/>
                  </a:lnTo>
                  <a:lnTo>
                    <a:pt x="792099" y="558"/>
                  </a:lnTo>
                  <a:lnTo>
                    <a:pt x="842822" y="71526"/>
                  </a:lnTo>
                  <a:lnTo>
                    <a:pt x="949528" y="190665"/>
                  </a:lnTo>
                  <a:lnTo>
                    <a:pt x="1067028" y="312877"/>
                  </a:lnTo>
                  <a:lnTo>
                    <a:pt x="1194574" y="437654"/>
                  </a:lnTo>
                  <a:lnTo>
                    <a:pt x="1331480" y="564476"/>
                  </a:lnTo>
                  <a:lnTo>
                    <a:pt x="1379283" y="606755"/>
                  </a:lnTo>
                  <a:lnTo>
                    <a:pt x="1428470" y="648462"/>
                  </a:lnTo>
                  <a:lnTo>
                    <a:pt x="1477670" y="691756"/>
                  </a:lnTo>
                  <a:lnTo>
                    <a:pt x="1528191" y="734428"/>
                  </a:lnTo>
                  <a:lnTo>
                    <a:pt x="1685442" y="861834"/>
                  </a:lnTo>
                  <a:lnTo>
                    <a:pt x="1739658" y="904049"/>
                  </a:lnTo>
                  <a:lnTo>
                    <a:pt x="1795068" y="945553"/>
                  </a:lnTo>
                  <a:lnTo>
                    <a:pt x="1850313" y="988491"/>
                  </a:lnTo>
                  <a:lnTo>
                    <a:pt x="1964829" y="1071041"/>
                  </a:lnTo>
                  <a:lnTo>
                    <a:pt x="2081593" y="1155204"/>
                  </a:lnTo>
                  <a:lnTo>
                    <a:pt x="2140559" y="1194587"/>
                  </a:lnTo>
                  <a:lnTo>
                    <a:pt x="2198357" y="1234681"/>
                  </a:lnTo>
                  <a:lnTo>
                    <a:pt x="2256929" y="1272197"/>
                  </a:lnTo>
                  <a:lnTo>
                    <a:pt x="2314244" y="1310398"/>
                  </a:lnTo>
                  <a:lnTo>
                    <a:pt x="2371636" y="1347063"/>
                  </a:lnTo>
                  <a:lnTo>
                    <a:pt x="2541854" y="1451000"/>
                  </a:lnTo>
                  <a:lnTo>
                    <a:pt x="2597861" y="1483550"/>
                  </a:lnTo>
                  <a:lnTo>
                    <a:pt x="2653779" y="1514475"/>
                  </a:lnTo>
                  <a:lnTo>
                    <a:pt x="2708262" y="1545920"/>
                  </a:lnTo>
                  <a:lnTo>
                    <a:pt x="2762605" y="1575714"/>
                  </a:lnTo>
                  <a:lnTo>
                    <a:pt x="2922524" y="1658137"/>
                  </a:lnTo>
                  <a:lnTo>
                    <a:pt x="3076194" y="1731378"/>
                  </a:lnTo>
                  <a:lnTo>
                    <a:pt x="3222853" y="1794878"/>
                  </a:lnTo>
                  <a:lnTo>
                    <a:pt x="3316579" y="1831162"/>
                  </a:lnTo>
                  <a:lnTo>
                    <a:pt x="3336696" y="1838706"/>
                  </a:lnTo>
                  <a:lnTo>
                    <a:pt x="3411512" y="1934121"/>
                  </a:lnTo>
                  <a:lnTo>
                    <a:pt x="3445535" y="1982114"/>
                  </a:lnTo>
                  <a:lnTo>
                    <a:pt x="3477476" y="2028583"/>
                  </a:lnTo>
                  <a:lnTo>
                    <a:pt x="3507282" y="2073516"/>
                  </a:lnTo>
                  <a:lnTo>
                    <a:pt x="3534880" y="2116874"/>
                  </a:lnTo>
                  <a:lnTo>
                    <a:pt x="3559556" y="2159685"/>
                  </a:lnTo>
                  <a:lnTo>
                    <a:pt x="3601288" y="2241359"/>
                  </a:lnTo>
                  <a:lnTo>
                    <a:pt x="3618230" y="2280158"/>
                  </a:lnTo>
                  <a:lnTo>
                    <a:pt x="3640518" y="2341575"/>
                  </a:lnTo>
                  <a:lnTo>
                    <a:pt x="3642487" y="2349563"/>
                  </a:lnTo>
                  <a:lnTo>
                    <a:pt x="3635070" y="2350541"/>
                  </a:lnTo>
                  <a:lnTo>
                    <a:pt x="3574415" y="2352167"/>
                  </a:lnTo>
                  <a:lnTo>
                    <a:pt x="3534981" y="2350325"/>
                  </a:lnTo>
                  <a:lnTo>
                    <a:pt x="3493135" y="2346744"/>
                  </a:lnTo>
                  <a:lnTo>
                    <a:pt x="3449586" y="2340381"/>
                  </a:lnTo>
                  <a:lnTo>
                    <a:pt x="3403727" y="2332342"/>
                  </a:lnTo>
                  <a:lnTo>
                    <a:pt x="3355632" y="2322690"/>
                  </a:lnTo>
                  <a:lnTo>
                    <a:pt x="3305987" y="2310358"/>
                  </a:lnTo>
                  <a:lnTo>
                    <a:pt x="3254197" y="2296490"/>
                  </a:lnTo>
                  <a:lnTo>
                    <a:pt x="3200971" y="2280018"/>
                  </a:lnTo>
                  <a:lnTo>
                    <a:pt x="3145713" y="2262086"/>
                  </a:lnTo>
                  <a:lnTo>
                    <a:pt x="3089135" y="2241639"/>
                  </a:lnTo>
                  <a:lnTo>
                    <a:pt x="3051238" y="2228380"/>
                  </a:lnTo>
                  <a:lnTo>
                    <a:pt x="2934970" y="2182114"/>
                  </a:lnTo>
                  <a:lnTo>
                    <a:pt x="2730322" y="2089327"/>
                  </a:lnTo>
                  <a:lnTo>
                    <a:pt x="2557602" y="2002370"/>
                  </a:lnTo>
                  <a:lnTo>
                    <a:pt x="2423922" y="1929460"/>
                  </a:lnTo>
                  <a:lnTo>
                    <a:pt x="2240940" y="1822589"/>
                  </a:lnTo>
                  <a:lnTo>
                    <a:pt x="2100694" y="1735569"/>
                  </a:lnTo>
                  <a:lnTo>
                    <a:pt x="2053742" y="1704860"/>
                  </a:lnTo>
                  <a:lnTo>
                    <a:pt x="2005723" y="1674939"/>
                  </a:lnTo>
                  <a:lnTo>
                    <a:pt x="1958632" y="1642554"/>
                  </a:lnTo>
                  <a:lnTo>
                    <a:pt x="1910499" y="1610995"/>
                  </a:lnTo>
                  <a:lnTo>
                    <a:pt x="1814499" y="1544916"/>
                  </a:lnTo>
                  <a:lnTo>
                    <a:pt x="1718513" y="1475727"/>
                  </a:lnTo>
                  <a:lnTo>
                    <a:pt x="1622513" y="1406537"/>
                  </a:lnTo>
                  <a:lnTo>
                    <a:pt x="1529156" y="1336116"/>
                  </a:lnTo>
                  <a:lnTo>
                    <a:pt x="1483677" y="1300213"/>
                  </a:lnTo>
                  <a:lnTo>
                    <a:pt x="1437906" y="1265656"/>
                  </a:lnTo>
                  <a:lnTo>
                    <a:pt x="1393863" y="1229207"/>
                  </a:lnTo>
                  <a:lnTo>
                    <a:pt x="1349552" y="1194142"/>
                  </a:lnTo>
                  <a:lnTo>
                    <a:pt x="1221219" y="1087577"/>
                  </a:lnTo>
                  <a:lnTo>
                    <a:pt x="1059408" y="945921"/>
                  </a:lnTo>
                  <a:lnTo>
                    <a:pt x="945565" y="840409"/>
                  </a:lnTo>
                  <a:lnTo>
                    <a:pt x="804608" y="701268"/>
                  </a:lnTo>
                  <a:lnTo>
                    <a:pt x="646264" y="532409"/>
                  </a:lnTo>
                  <a:lnTo>
                    <a:pt x="561759" y="433971"/>
                  </a:lnTo>
                  <a:lnTo>
                    <a:pt x="535762" y="401154"/>
                  </a:lnTo>
                  <a:lnTo>
                    <a:pt x="496379" y="352437"/>
                  </a:lnTo>
                  <a:lnTo>
                    <a:pt x="459651" y="304076"/>
                  </a:lnTo>
                  <a:lnTo>
                    <a:pt x="424954" y="257175"/>
                  </a:lnTo>
                  <a:lnTo>
                    <a:pt x="393014" y="210693"/>
                  </a:lnTo>
                  <a:lnTo>
                    <a:pt x="363220" y="165760"/>
                  </a:lnTo>
                  <a:lnTo>
                    <a:pt x="336283" y="121323"/>
                  </a:lnTo>
                  <a:lnTo>
                    <a:pt x="311607" y="78511"/>
                  </a:lnTo>
                  <a:lnTo>
                    <a:pt x="289229" y="37363"/>
                  </a:lnTo>
                  <a:lnTo>
                    <a:pt x="271068" y="825"/>
                  </a:lnTo>
                  <a:lnTo>
                    <a:pt x="252615" y="38"/>
                  </a:lnTo>
                  <a:lnTo>
                    <a:pt x="265061" y="26200"/>
                  </a:lnTo>
                  <a:lnTo>
                    <a:pt x="281165" y="58140"/>
                  </a:lnTo>
                  <a:lnTo>
                    <a:pt x="298640" y="91059"/>
                  </a:lnTo>
                  <a:lnTo>
                    <a:pt x="318122" y="123875"/>
                  </a:lnTo>
                  <a:lnTo>
                    <a:pt x="338264" y="158711"/>
                  </a:lnTo>
                  <a:lnTo>
                    <a:pt x="360362" y="193408"/>
                  </a:lnTo>
                  <a:lnTo>
                    <a:pt x="384390" y="227939"/>
                  </a:lnTo>
                  <a:lnTo>
                    <a:pt x="409003" y="264439"/>
                  </a:lnTo>
                  <a:lnTo>
                    <a:pt x="435495" y="300736"/>
                  </a:lnTo>
                  <a:lnTo>
                    <a:pt x="463169" y="337883"/>
                  </a:lnTo>
                  <a:lnTo>
                    <a:pt x="492671" y="374789"/>
                  </a:lnTo>
                  <a:lnTo>
                    <a:pt x="522655" y="413600"/>
                  </a:lnTo>
                  <a:lnTo>
                    <a:pt x="587235" y="491426"/>
                  </a:lnTo>
                  <a:lnTo>
                    <a:pt x="693940" y="610565"/>
                  </a:lnTo>
                  <a:lnTo>
                    <a:pt x="811441" y="732777"/>
                  </a:lnTo>
                  <a:lnTo>
                    <a:pt x="938987" y="857554"/>
                  </a:lnTo>
                  <a:lnTo>
                    <a:pt x="1075893" y="984377"/>
                  </a:lnTo>
                  <a:lnTo>
                    <a:pt x="1123696" y="1026655"/>
                  </a:lnTo>
                  <a:lnTo>
                    <a:pt x="1172883" y="1068362"/>
                  </a:lnTo>
                  <a:lnTo>
                    <a:pt x="1222082" y="1111643"/>
                  </a:lnTo>
                  <a:lnTo>
                    <a:pt x="1272603" y="1154315"/>
                  </a:lnTo>
                  <a:lnTo>
                    <a:pt x="1429854" y="1281734"/>
                  </a:lnTo>
                  <a:lnTo>
                    <a:pt x="1484071" y="1323949"/>
                  </a:lnTo>
                  <a:lnTo>
                    <a:pt x="1539481" y="1365453"/>
                  </a:lnTo>
                  <a:lnTo>
                    <a:pt x="1594726" y="1408391"/>
                  </a:lnTo>
                  <a:lnTo>
                    <a:pt x="1709242" y="1490941"/>
                  </a:lnTo>
                  <a:lnTo>
                    <a:pt x="1826006" y="1575104"/>
                  </a:lnTo>
                  <a:lnTo>
                    <a:pt x="1884972" y="1614487"/>
                  </a:lnTo>
                  <a:lnTo>
                    <a:pt x="1942769" y="1654581"/>
                  </a:lnTo>
                  <a:lnTo>
                    <a:pt x="2001342" y="1692097"/>
                  </a:lnTo>
                  <a:lnTo>
                    <a:pt x="2058670" y="1730298"/>
                  </a:lnTo>
                  <a:lnTo>
                    <a:pt x="2116048" y="1766963"/>
                  </a:lnTo>
                  <a:lnTo>
                    <a:pt x="2286266" y="1870900"/>
                  </a:lnTo>
                  <a:lnTo>
                    <a:pt x="2342273" y="1903450"/>
                  </a:lnTo>
                  <a:lnTo>
                    <a:pt x="2398191" y="1934375"/>
                  </a:lnTo>
                  <a:lnTo>
                    <a:pt x="2452674" y="1965820"/>
                  </a:lnTo>
                  <a:lnTo>
                    <a:pt x="2507018" y="1995614"/>
                  </a:lnTo>
                  <a:lnTo>
                    <a:pt x="2666936" y="2078037"/>
                  </a:lnTo>
                  <a:lnTo>
                    <a:pt x="2820606" y="2151278"/>
                  </a:lnTo>
                  <a:lnTo>
                    <a:pt x="2967266" y="2214778"/>
                  </a:lnTo>
                  <a:lnTo>
                    <a:pt x="3061004" y="2251062"/>
                  </a:lnTo>
                  <a:lnTo>
                    <a:pt x="3106166" y="2267978"/>
                  </a:lnTo>
                  <a:lnTo>
                    <a:pt x="3150832" y="2282977"/>
                  </a:lnTo>
                  <a:lnTo>
                    <a:pt x="3194304" y="2297099"/>
                  </a:lnTo>
                  <a:lnTo>
                    <a:pt x="3236544" y="2310346"/>
                  </a:lnTo>
                  <a:lnTo>
                    <a:pt x="3278200" y="2321610"/>
                  </a:lnTo>
                  <a:lnTo>
                    <a:pt x="3318573" y="2331948"/>
                  </a:lnTo>
                  <a:lnTo>
                    <a:pt x="3357638" y="2341334"/>
                  </a:lnTo>
                  <a:lnTo>
                    <a:pt x="3395370" y="2349766"/>
                  </a:lnTo>
                  <a:lnTo>
                    <a:pt x="3468027" y="2361488"/>
                  </a:lnTo>
                  <a:lnTo>
                    <a:pt x="3535007" y="2369108"/>
                  </a:lnTo>
                  <a:lnTo>
                    <a:pt x="3596729" y="2371382"/>
                  </a:lnTo>
                  <a:lnTo>
                    <a:pt x="3625646" y="2370328"/>
                  </a:lnTo>
                  <a:lnTo>
                    <a:pt x="3646995" y="2367838"/>
                  </a:lnTo>
                  <a:lnTo>
                    <a:pt x="3654615" y="2398649"/>
                  </a:lnTo>
                  <a:lnTo>
                    <a:pt x="3661829" y="2449195"/>
                  </a:lnTo>
                  <a:lnTo>
                    <a:pt x="3660851" y="2495397"/>
                  </a:lnTo>
                  <a:lnTo>
                    <a:pt x="3652329" y="2536177"/>
                  </a:lnTo>
                  <a:lnTo>
                    <a:pt x="3636264" y="2571496"/>
                  </a:lnTo>
                  <a:lnTo>
                    <a:pt x="3581463" y="2625826"/>
                  </a:lnTo>
                  <a:lnTo>
                    <a:pt x="3542754" y="2644838"/>
                  </a:lnTo>
                  <a:lnTo>
                    <a:pt x="3496500" y="2658402"/>
                  </a:lnTo>
                  <a:lnTo>
                    <a:pt x="3443363" y="2665463"/>
                  </a:lnTo>
                  <a:lnTo>
                    <a:pt x="3382708" y="2667089"/>
                  </a:lnTo>
                  <a:lnTo>
                    <a:pt x="3343275" y="2665247"/>
                  </a:lnTo>
                  <a:lnTo>
                    <a:pt x="3301428" y="2661666"/>
                  </a:lnTo>
                  <a:lnTo>
                    <a:pt x="3257880" y="2655290"/>
                  </a:lnTo>
                  <a:lnTo>
                    <a:pt x="3212033" y="2647264"/>
                  </a:lnTo>
                  <a:lnTo>
                    <a:pt x="3163925" y="2637612"/>
                  </a:lnTo>
                  <a:lnTo>
                    <a:pt x="3114281" y="2625280"/>
                  </a:lnTo>
                  <a:lnTo>
                    <a:pt x="3062490" y="2611412"/>
                  </a:lnTo>
                  <a:lnTo>
                    <a:pt x="3009277" y="2594940"/>
                  </a:lnTo>
                  <a:lnTo>
                    <a:pt x="2954020" y="2577007"/>
                  </a:lnTo>
                  <a:lnTo>
                    <a:pt x="2897441" y="2556548"/>
                  </a:lnTo>
                  <a:lnTo>
                    <a:pt x="2859532" y="2543302"/>
                  </a:lnTo>
                  <a:lnTo>
                    <a:pt x="2743263" y="2497023"/>
                  </a:lnTo>
                  <a:lnTo>
                    <a:pt x="2538615" y="2404249"/>
                  </a:lnTo>
                  <a:lnTo>
                    <a:pt x="2365908" y="2317280"/>
                  </a:lnTo>
                  <a:lnTo>
                    <a:pt x="2232215" y="2244382"/>
                  </a:lnTo>
                  <a:lnTo>
                    <a:pt x="2049233" y="2137499"/>
                  </a:lnTo>
                  <a:lnTo>
                    <a:pt x="1908987" y="2050491"/>
                  </a:lnTo>
                  <a:lnTo>
                    <a:pt x="1862035" y="2019769"/>
                  </a:lnTo>
                  <a:lnTo>
                    <a:pt x="1814017" y="1989848"/>
                  </a:lnTo>
                  <a:lnTo>
                    <a:pt x="1766925" y="1957476"/>
                  </a:lnTo>
                  <a:lnTo>
                    <a:pt x="1718805" y="1925904"/>
                  </a:lnTo>
                  <a:lnTo>
                    <a:pt x="1622806" y="1859838"/>
                  </a:lnTo>
                  <a:lnTo>
                    <a:pt x="1526806" y="1790649"/>
                  </a:lnTo>
                  <a:lnTo>
                    <a:pt x="1430807" y="1721459"/>
                  </a:lnTo>
                  <a:lnTo>
                    <a:pt x="1337462" y="1651038"/>
                  </a:lnTo>
                  <a:lnTo>
                    <a:pt x="1291971" y="1615122"/>
                  </a:lnTo>
                  <a:lnTo>
                    <a:pt x="1246212" y="1580578"/>
                  </a:lnTo>
                  <a:lnTo>
                    <a:pt x="1202156" y="1544129"/>
                  </a:lnTo>
                  <a:lnTo>
                    <a:pt x="1157846" y="1509064"/>
                  </a:lnTo>
                  <a:lnTo>
                    <a:pt x="1029512" y="1402486"/>
                  </a:lnTo>
                  <a:lnTo>
                    <a:pt x="867702" y="1260830"/>
                  </a:lnTo>
                  <a:lnTo>
                    <a:pt x="753872" y="1155319"/>
                  </a:lnTo>
                  <a:lnTo>
                    <a:pt x="612902" y="1016190"/>
                  </a:lnTo>
                  <a:lnTo>
                    <a:pt x="454571" y="847331"/>
                  </a:lnTo>
                  <a:lnTo>
                    <a:pt x="370052" y="748880"/>
                  </a:lnTo>
                  <a:lnTo>
                    <a:pt x="344055" y="716076"/>
                  </a:lnTo>
                  <a:lnTo>
                    <a:pt x="304685" y="667359"/>
                  </a:lnTo>
                  <a:lnTo>
                    <a:pt x="267944" y="618998"/>
                  </a:lnTo>
                  <a:lnTo>
                    <a:pt x="233260" y="572096"/>
                  </a:lnTo>
                  <a:lnTo>
                    <a:pt x="201320" y="525614"/>
                  </a:lnTo>
                  <a:lnTo>
                    <a:pt x="171513" y="480682"/>
                  </a:lnTo>
                  <a:lnTo>
                    <a:pt x="144576" y="436245"/>
                  </a:lnTo>
                  <a:lnTo>
                    <a:pt x="119900" y="393433"/>
                  </a:lnTo>
                  <a:lnTo>
                    <a:pt x="97523" y="352285"/>
                  </a:lnTo>
                  <a:lnTo>
                    <a:pt x="78168" y="311746"/>
                  </a:lnTo>
                  <a:lnTo>
                    <a:pt x="61226" y="272961"/>
                  </a:lnTo>
                  <a:lnTo>
                    <a:pt x="38938" y="211543"/>
                  </a:lnTo>
                  <a:lnTo>
                    <a:pt x="24180" y="155562"/>
                  </a:lnTo>
                  <a:lnTo>
                    <a:pt x="17627" y="103924"/>
                  </a:lnTo>
                  <a:lnTo>
                    <a:pt x="18605" y="57708"/>
                  </a:lnTo>
                  <a:lnTo>
                    <a:pt x="27127" y="16941"/>
                  </a:lnTo>
                  <a:lnTo>
                    <a:pt x="34582" y="431"/>
                  </a:lnTo>
                  <a:lnTo>
                    <a:pt x="14770" y="215"/>
                  </a:lnTo>
                  <a:lnTo>
                    <a:pt x="2527" y="47688"/>
                  </a:lnTo>
                  <a:lnTo>
                    <a:pt x="0" y="92786"/>
                  </a:lnTo>
                  <a:lnTo>
                    <a:pt x="1219" y="117106"/>
                  </a:lnTo>
                  <a:lnTo>
                    <a:pt x="9766" y="167055"/>
                  </a:lnTo>
                  <a:lnTo>
                    <a:pt x="23901" y="222592"/>
                  </a:lnTo>
                  <a:lnTo>
                    <a:pt x="45389" y="280301"/>
                  </a:lnTo>
                  <a:lnTo>
                    <a:pt x="73355" y="341122"/>
                  </a:lnTo>
                  <a:lnTo>
                    <a:pt x="106934" y="405980"/>
                  </a:lnTo>
                  <a:lnTo>
                    <a:pt x="126415" y="438785"/>
                  </a:lnTo>
                  <a:lnTo>
                    <a:pt x="146558" y="473633"/>
                  </a:lnTo>
                  <a:lnTo>
                    <a:pt x="168656" y="508330"/>
                  </a:lnTo>
                  <a:lnTo>
                    <a:pt x="192697" y="542848"/>
                  </a:lnTo>
                  <a:lnTo>
                    <a:pt x="217309" y="579361"/>
                  </a:lnTo>
                  <a:lnTo>
                    <a:pt x="243789" y="615657"/>
                  </a:lnTo>
                  <a:lnTo>
                    <a:pt x="271475" y="652805"/>
                  </a:lnTo>
                  <a:lnTo>
                    <a:pt x="300977" y="689711"/>
                  </a:lnTo>
                  <a:lnTo>
                    <a:pt x="330949" y="728510"/>
                  </a:lnTo>
                  <a:lnTo>
                    <a:pt x="395528" y="806335"/>
                  </a:lnTo>
                  <a:lnTo>
                    <a:pt x="502246" y="925474"/>
                  </a:lnTo>
                  <a:lnTo>
                    <a:pt x="619734" y="1047699"/>
                  </a:lnTo>
                  <a:lnTo>
                    <a:pt x="747293" y="1172476"/>
                  </a:lnTo>
                  <a:lnTo>
                    <a:pt x="884186" y="1299298"/>
                  </a:lnTo>
                  <a:lnTo>
                    <a:pt x="931989" y="1341577"/>
                  </a:lnTo>
                  <a:lnTo>
                    <a:pt x="981176" y="1383284"/>
                  </a:lnTo>
                  <a:lnTo>
                    <a:pt x="1030376" y="1426565"/>
                  </a:lnTo>
                  <a:lnTo>
                    <a:pt x="1080909" y="1469237"/>
                  </a:lnTo>
                  <a:lnTo>
                    <a:pt x="1238148" y="1596656"/>
                  </a:lnTo>
                  <a:lnTo>
                    <a:pt x="1292364" y="1638858"/>
                  </a:lnTo>
                  <a:lnTo>
                    <a:pt x="1347774" y="1680362"/>
                  </a:lnTo>
                  <a:lnTo>
                    <a:pt x="1403019" y="1723313"/>
                  </a:lnTo>
                  <a:lnTo>
                    <a:pt x="1517548" y="1805863"/>
                  </a:lnTo>
                  <a:lnTo>
                    <a:pt x="1634299" y="1890026"/>
                  </a:lnTo>
                  <a:lnTo>
                    <a:pt x="1693278" y="1929409"/>
                  </a:lnTo>
                  <a:lnTo>
                    <a:pt x="1751063" y="1969490"/>
                  </a:lnTo>
                  <a:lnTo>
                    <a:pt x="1809635" y="2007019"/>
                  </a:lnTo>
                  <a:lnTo>
                    <a:pt x="1866963" y="2045208"/>
                  </a:lnTo>
                  <a:lnTo>
                    <a:pt x="1924342" y="2081885"/>
                  </a:lnTo>
                  <a:lnTo>
                    <a:pt x="2094560" y="2185809"/>
                  </a:lnTo>
                  <a:lnTo>
                    <a:pt x="2150567" y="2218359"/>
                  </a:lnTo>
                  <a:lnTo>
                    <a:pt x="2206485" y="2249284"/>
                  </a:lnTo>
                  <a:lnTo>
                    <a:pt x="2260968" y="2280742"/>
                  </a:lnTo>
                  <a:lnTo>
                    <a:pt x="2315311" y="2310523"/>
                  </a:lnTo>
                  <a:lnTo>
                    <a:pt x="2475230" y="2392959"/>
                  </a:lnTo>
                  <a:lnTo>
                    <a:pt x="2628900" y="2466200"/>
                  </a:lnTo>
                  <a:lnTo>
                    <a:pt x="2775572" y="2529687"/>
                  </a:lnTo>
                  <a:lnTo>
                    <a:pt x="2869298" y="2565971"/>
                  </a:lnTo>
                  <a:lnTo>
                    <a:pt x="2914459" y="2582900"/>
                  </a:lnTo>
                  <a:lnTo>
                    <a:pt x="2959125" y="2597886"/>
                  </a:lnTo>
                  <a:lnTo>
                    <a:pt x="3002597" y="2612021"/>
                  </a:lnTo>
                  <a:lnTo>
                    <a:pt x="3044837" y="2625267"/>
                  </a:lnTo>
                  <a:lnTo>
                    <a:pt x="3086493" y="2636532"/>
                  </a:lnTo>
                  <a:lnTo>
                    <a:pt x="3126867" y="2646870"/>
                  </a:lnTo>
                  <a:lnTo>
                    <a:pt x="3165932" y="2656255"/>
                  </a:lnTo>
                  <a:lnTo>
                    <a:pt x="3203664" y="2664688"/>
                  </a:lnTo>
                  <a:lnTo>
                    <a:pt x="3276320" y="2676410"/>
                  </a:lnTo>
                  <a:lnTo>
                    <a:pt x="3343300" y="2684030"/>
                  </a:lnTo>
                  <a:lnTo>
                    <a:pt x="3405035" y="2686304"/>
                  </a:lnTo>
                  <a:lnTo>
                    <a:pt x="3433940" y="2685250"/>
                  </a:lnTo>
                  <a:lnTo>
                    <a:pt x="3487712" y="2678658"/>
                  </a:lnTo>
                  <a:lnTo>
                    <a:pt x="3535019" y="2667406"/>
                  </a:lnTo>
                  <a:lnTo>
                    <a:pt x="3576282" y="2650236"/>
                  </a:lnTo>
                  <a:lnTo>
                    <a:pt x="3611295" y="2627007"/>
                  </a:lnTo>
                  <a:lnTo>
                    <a:pt x="3639172" y="2598610"/>
                  </a:lnTo>
                  <a:lnTo>
                    <a:pt x="3659708" y="2564942"/>
                  </a:lnTo>
                  <a:lnTo>
                    <a:pt x="3673132" y="2526144"/>
                  </a:lnTo>
                  <a:lnTo>
                    <a:pt x="3679025" y="2483485"/>
                  </a:lnTo>
                  <a:lnTo>
                    <a:pt x="3679456" y="2460333"/>
                  </a:lnTo>
                  <a:lnTo>
                    <a:pt x="3677589" y="2437092"/>
                  </a:lnTo>
                  <a:lnTo>
                    <a:pt x="3674757" y="2411603"/>
                  </a:lnTo>
                  <a:lnTo>
                    <a:pt x="3669690" y="2386050"/>
                  </a:lnTo>
                  <a:lnTo>
                    <a:pt x="3664610" y="2365654"/>
                  </a:lnTo>
                  <a:lnTo>
                    <a:pt x="3679418" y="2363736"/>
                  </a:lnTo>
                  <a:lnTo>
                    <a:pt x="3726713" y="2352484"/>
                  </a:lnTo>
                  <a:lnTo>
                    <a:pt x="3767988" y="2335326"/>
                  </a:lnTo>
                  <a:lnTo>
                    <a:pt x="3803002" y="2312085"/>
                  </a:lnTo>
                  <a:lnTo>
                    <a:pt x="3830866" y="2283701"/>
                  </a:lnTo>
                  <a:lnTo>
                    <a:pt x="3851414" y="2250033"/>
                  </a:lnTo>
                  <a:lnTo>
                    <a:pt x="3864838" y="2211235"/>
                  </a:lnTo>
                  <a:lnTo>
                    <a:pt x="3870731" y="2168563"/>
                  </a:lnTo>
                  <a:lnTo>
                    <a:pt x="3871163" y="2145411"/>
                  </a:lnTo>
                  <a:lnTo>
                    <a:pt x="3869283" y="2122182"/>
                  </a:lnTo>
                  <a:lnTo>
                    <a:pt x="3866464" y="2096681"/>
                  </a:lnTo>
                  <a:lnTo>
                    <a:pt x="3861397" y="2071141"/>
                  </a:lnTo>
                  <a:lnTo>
                    <a:pt x="3854767" y="2044471"/>
                  </a:lnTo>
                  <a:lnTo>
                    <a:pt x="3853535" y="2040280"/>
                  </a:lnTo>
                  <a:lnTo>
                    <a:pt x="3853535" y="2134273"/>
                  </a:lnTo>
                  <a:lnTo>
                    <a:pt x="3852557" y="2180488"/>
                  </a:lnTo>
                  <a:lnTo>
                    <a:pt x="3844036" y="2221255"/>
                  </a:lnTo>
                  <a:lnTo>
                    <a:pt x="3827957" y="2256586"/>
                  </a:lnTo>
                  <a:lnTo>
                    <a:pt x="3773170" y="2310904"/>
                  </a:lnTo>
                  <a:lnTo>
                    <a:pt x="3734447" y="2329916"/>
                  </a:lnTo>
                  <a:lnTo>
                    <a:pt x="3688194" y="2343493"/>
                  </a:lnTo>
                  <a:lnTo>
                    <a:pt x="3659505" y="2347303"/>
                  </a:lnTo>
                  <a:lnTo>
                    <a:pt x="3654895" y="2331605"/>
                  </a:lnTo>
                  <a:lnTo>
                    <a:pt x="3645217" y="2302738"/>
                  </a:lnTo>
                  <a:lnTo>
                    <a:pt x="3620795" y="2242921"/>
                  </a:lnTo>
                  <a:lnTo>
                    <a:pt x="3589998" y="2180056"/>
                  </a:lnTo>
                  <a:lnTo>
                    <a:pt x="3553041" y="2114334"/>
                  </a:lnTo>
                  <a:lnTo>
                    <a:pt x="3532238" y="2080564"/>
                  </a:lnTo>
                  <a:lnTo>
                    <a:pt x="3510140" y="2045868"/>
                  </a:lnTo>
                  <a:lnTo>
                    <a:pt x="3486772" y="2010257"/>
                  </a:lnTo>
                  <a:lnTo>
                    <a:pt x="3461499" y="1974850"/>
                  </a:lnTo>
                  <a:lnTo>
                    <a:pt x="3435667" y="1937461"/>
                  </a:lnTo>
                  <a:lnTo>
                    <a:pt x="3407321" y="1901393"/>
                  </a:lnTo>
                  <a:lnTo>
                    <a:pt x="3378479" y="1863407"/>
                  </a:lnTo>
                  <a:lnTo>
                    <a:pt x="3367519" y="1850021"/>
                  </a:lnTo>
                  <a:lnTo>
                    <a:pt x="3406419" y="1863077"/>
                  </a:lnTo>
                  <a:lnTo>
                    <a:pt x="3449891" y="1877199"/>
                  </a:lnTo>
                  <a:lnTo>
                    <a:pt x="3492131" y="1890445"/>
                  </a:lnTo>
                  <a:lnTo>
                    <a:pt x="3533787" y="1901710"/>
                  </a:lnTo>
                  <a:lnTo>
                    <a:pt x="3574161" y="1912048"/>
                  </a:lnTo>
                  <a:lnTo>
                    <a:pt x="3613226" y="1921446"/>
                  </a:lnTo>
                  <a:lnTo>
                    <a:pt x="3650958" y="1929866"/>
                  </a:lnTo>
                  <a:lnTo>
                    <a:pt x="3723614" y="1941588"/>
                  </a:lnTo>
                  <a:lnTo>
                    <a:pt x="3790594" y="1949208"/>
                  </a:lnTo>
                  <a:lnTo>
                    <a:pt x="3803129" y="1949678"/>
                  </a:lnTo>
                  <a:lnTo>
                    <a:pt x="3809936" y="1965236"/>
                  </a:lnTo>
                  <a:lnTo>
                    <a:pt x="3832225" y="2026653"/>
                  </a:lnTo>
                  <a:lnTo>
                    <a:pt x="3846309" y="2083727"/>
                  </a:lnTo>
                  <a:lnTo>
                    <a:pt x="3853535" y="2134273"/>
                  </a:lnTo>
                  <a:lnTo>
                    <a:pt x="3853535" y="2040280"/>
                  </a:lnTo>
                  <a:lnTo>
                    <a:pt x="3846601" y="2016683"/>
                  </a:lnTo>
                  <a:lnTo>
                    <a:pt x="3836924" y="1987829"/>
                  </a:lnTo>
                  <a:lnTo>
                    <a:pt x="3821620" y="1950351"/>
                  </a:lnTo>
                  <a:lnTo>
                    <a:pt x="3852316" y="1951482"/>
                  </a:lnTo>
                  <a:lnTo>
                    <a:pt x="3909237" y="1947164"/>
                  </a:lnTo>
                  <a:lnTo>
                    <a:pt x="3959809" y="1938261"/>
                  </a:lnTo>
                  <a:lnTo>
                    <a:pt x="4003789" y="1924621"/>
                  </a:lnTo>
                  <a:lnTo>
                    <a:pt x="4042295" y="1903895"/>
                  </a:lnTo>
                  <a:lnTo>
                    <a:pt x="4073093" y="1879193"/>
                  </a:lnTo>
                  <a:lnTo>
                    <a:pt x="4097972" y="1847075"/>
                  </a:lnTo>
                  <a:lnTo>
                    <a:pt x="4114914" y="1810816"/>
                  </a:lnTo>
                  <a:lnTo>
                    <a:pt x="4124223" y="1770608"/>
                  </a:lnTo>
                  <a:lnTo>
                    <a:pt x="4126319" y="1748663"/>
                  </a:lnTo>
                  <a:lnTo>
                    <a:pt x="4126750" y="17255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Изображение 5" descr="Title ( Dark Mode )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73050" y="-257175"/>
            <a:ext cx="12273280" cy="72313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Изображение 1" descr="Title ( Dark Mode ) (1)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316230" y="-251460"/>
            <a:ext cx="12125325" cy="71443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Изображение 1" descr="Title ( Dark Mode ) (2)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94640" y="-238760"/>
            <a:ext cx="12746355" cy="75107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Изображение 1" descr="Minimalist - 3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334010" y="-262255"/>
            <a:ext cx="12280265" cy="72605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On-screen Show (4:3)</PresentationFormat>
  <Paragraphs>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Arial</vt:lpstr>
      <vt:lpstr>SimSun</vt:lpstr>
      <vt:lpstr>Wingdings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(MUWL)</dc:title>
  <dc:creator/>
  <cp:lastModifiedBy>WPS_1778005846</cp:lastModifiedBy>
  <cp:revision>1</cp:revision>
  <dcterms:created xsi:type="dcterms:W3CDTF">2026-05-15T08:16:25Z</dcterms:created>
  <dcterms:modified xsi:type="dcterms:W3CDTF">2026-05-15T08:16:25Z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2026-05-15T05:00:00Z</vt:filetime>
  </property>
  <property fmtid="{D5CDD505-2E9C-101B-9397-08002B2CF9AE}" pid="3" name="LastSaved">
    <vt:filetime>2026-05-15T05:00:00Z</vt:filetime>
  </property>
  <property fmtid="{D5CDD505-2E9C-101B-9397-08002B2CF9AE}" pid="4" name="KSOProductBuildVer">
    <vt:lpwstr>1049-12.1.0.26372</vt:lpwstr>
  </property>
  <property fmtid="{D5CDD505-2E9C-101B-9397-08002B2CF9AE}" pid="5" name="ICV">
    <vt:lpwstr>6E149A096AF4413282F0DFBFFFA12A8A_13</vt:lpwstr>
  </property>
</Properties>
</file>